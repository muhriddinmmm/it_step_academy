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21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6BDF4-A6C2-4C0F-8FB8-D8716EA5E247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03ABB5-DEC8-4D32-9EEC-3F26B287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58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03ABB5-DEC8-4D32-9EEC-3F26B2875C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628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3B14D3A-D113-459A-8266-E4819A2C2677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1220EA6-3AAC-4CDB-97B9-696D9386B7C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27513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14D3A-D113-459A-8266-E4819A2C2677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20EA6-3AAC-4CDB-97B9-696D9386B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44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3B14D3A-D113-459A-8266-E4819A2C2677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1220EA6-3AAC-4CDB-97B9-696D9386B7CF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670025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14D3A-D113-459A-8266-E4819A2C2677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20EA6-3AAC-4CDB-97B9-696D9386B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96111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14D3A-D113-459A-8266-E4819A2C2677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20EA6-3AAC-4CDB-97B9-696D9386B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94232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14D3A-D113-459A-8266-E4819A2C2677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20EA6-3AAC-4CDB-97B9-696D9386B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895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14D3A-D113-459A-8266-E4819A2C2677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20EA6-3AAC-4CDB-97B9-696D9386B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90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03B14D3A-D113-459A-8266-E4819A2C2677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F1220EA6-3AAC-4CDB-97B9-696D9386B7C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1129746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03B14D3A-D113-459A-8266-E4819A2C2677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F1220EA6-3AAC-4CDB-97B9-696D9386B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110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14D3A-D113-459A-8266-E4819A2C2677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20EA6-3AAC-4CDB-97B9-696D9386B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08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14D3A-D113-459A-8266-E4819A2C2677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20EA6-3AAC-4CDB-97B9-696D9386B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42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3B14D3A-D113-459A-8266-E4819A2C2677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1220EA6-3AAC-4CDB-97B9-696D9386B7C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3507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Canvas</a:t>
            </a:r>
            <a:endParaRPr lang="en-US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99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/>
            </a:r>
            <a:br>
              <a:rPr lang="ru-RU" dirty="0"/>
            </a:b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591408"/>
            <a:ext cx="9601200" cy="502920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&lt;canvas height='320' width='480' id='example'&gt;</a:t>
            </a:r>
            <a:r>
              <a:rPr lang="ru-RU" dirty="0"/>
              <a:t>Обновите браузер&lt;/</a:t>
            </a:r>
            <a:r>
              <a:rPr lang="en-US" dirty="0"/>
              <a:t>canvas</a:t>
            </a:r>
            <a:r>
              <a:rPr lang="en-US" dirty="0" smtClean="0"/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&lt;script&gt; </a:t>
            </a:r>
            <a:endParaRPr lang="en-US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var</a:t>
            </a:r>
            <a:r>
              <a:rPr lang="en-US" dirty="0" smtClean="0"/>
              <a:t> </a:t>
            </a:r>
            <a:r>
              <a:rPr lang="en-US" dirty="0"/>
              <a:t>example = </a:t>
            </a:r>
            <a:r>
              <a:rPr lang="en-US" dirty="0" err="1"/>
              <a:t>document.getElementById</a:t>
            </a:r>
            <a:r>
              <a:rPr lang="en-US" dirty="0"/>
              <a:t>("example"), </a:t>
            </a:r>
            <a:endParaRPr lang="en-US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&lt;/</a:t>
            </a:r>
            <a:r>
              <a:rPr lang="en-US" dirty="0"/>
              <a:t>script&gt;</a:t>
            </a:r>
            <a:endParaRPr lang="en-US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example.width</a:t>
            </a:r>
            <a:r>
              <a:rPr lang="en-US" dirty="0" smtClean="0"/>
              <a:t>, </a:t>
            </a:r>
            <a:r>
              <a:rPr lang="en-US" dirty="0" err="1" smtClean="0"/>
              <a:t>example.height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 умолчанию размер холста 150х300 пикселей.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609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r>
              <a:rPr lang="ru-RU" dirty="0" err="1" smtClean="0"/>
              <a:t>anvas</a:t>
            </a:r>
            <a:r>
              <a:rPr lang="ru-RU" dirty="0" smtClean="0"/>
              <a:t> </a:t>
            </a:r>
            <a:r>
              <a:rPr lang="ru-RU" dirty="0"/>
              <a:t>создает область фиксированного </a:t>
            </a:r>
            <a:r>
              <a:rPr lang="ru-RU" dirty="0" smtClean="0"/>
              <a:t>размера</a:t>
            </a:r>
            <a:r>
              <a:rPr lang="en-US" dirty="0" smtClean="0"/>
              <a:t>,</a:t>
            </a:r>
            <a:r>
              <a:rPr lang="ru-RU" dirty="0" smtClean="0"/>
              <a:t> </a:t>
            </a:r>
            <a:r>
              <a:rPr lang="ru-RU" dirty="0"/>
              <a:t>содержимым которого управляют контексты</a:t>
            </a:r>
            <a:r>
              <a:rPr lang="ru-RU" dirty="0" smtClean="0"/>
              <a:t>.</a:t>
            </a:r>
            <a:endParaRPr lang="en-US" dirty="0" smtClean="0"/>
          </a:p>
          <a:p>
            <a:endParaRPr lang="en-US" dirty="0"/>
          </a:p>
          <a:p>
            <a:r>
              <a:rPr lang="en-US" dirty="0" err="1"/>
              <a:t>var</a:t>
            </a:r>
            <a:r>
              <a:rPr lang="en-US" dirty="0"/>
              <a:t> example = </a:t>
            </a:r>
            <a:r>
              <a:rPr lang="en-US" dirty="0" err="1"/>
              <a:t>document.getElementById</a:t>
            </a:r>
            <a:r>
              <a:rPr lang="en-US" dirty="0"/>
              <a:t>("example"), </a:t>
            </a:r>
            <a:endParaRPr lang="en-US" dirty="0" smtClean="0"/>
          </a:p>
          <a:p>
            <a:r>
              <a:rPr lang="en-US" dirty="0" err="1" smtClean="0"/>
              <a:t>ctx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/>
              <a:t>example.getContext</a:t>
            </a:r>
            <a:r>
              <a:rPr lang="en-US" dirty="0"/>
              <a:t>('2d');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294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"2d", </a:t>
            </a:r>
            <a:r>
              <a:rPr lang="ru-RU" dirty="0"/>
              <a:t>ведущий к созданию объекта </a:t>
            </a:r>
            <a:r>
              <a:rPr lang="en-US" dirty="0"/>
              <a:t>CanvasRenderingContext2D, </a:t>
            </a:r>
            <a:r>
              <a:rPr lang="ru-RU" dirty="0"/>
              <a:t>представляющий двумерный контекст.</a:t>
            </a:r>
          </a:p>
          <a:p>
            <a:r>
              <a:rPr lang="ru-RU" dirty="0"/>
              <a:t>"</a:t>
            </a:r>
            <a:r>
              <a:rPr lang="en-US" dirty="0" err="1"/>
              <a:t>webgl</a:t>
            </a:r>
            <a:r>
              <a:rPr lang="en-US" dirty="0"/>
              <a:t>" (</a:t>
            </a:r>
            <a:r>
              <a:rPr lang="ru-RU" dirty="0"/>
              <a:t>или "</a:t>
            </a:r>
            <a:r>
              <a:rPr lang="en-US" dirty="0"/>
              <a:t>experimental-</a:t>
            </a:r>
            <a:r>
              <a:rPr lang="en-US" dirty="0" err="1"/>
              <a:t>webgl</a:t>
            </a:r>
            <a:r>
              <a:rPr lang="en-US" dirty="0"/>
              <a:t>"), </a:t>
            </a:r>
            <a:r>
              <a:rPr lang="ru-RU" dirty="0"/>
              <a:t>который будет создавать объект </a:t>
            </a:r>
            <a:r>
              <a:rPr lang="en-US" dirty="0" err="1"/>
              <a:t>WebGLRenderingContext</a:t>
            </a:r>
            <a:r>
              <a:rPr lang="en-US" dirty="0"/>
              <a:t>, </a:t>
            </a:r>
            <a:r>
              <a:rPr lang="ru-RU" dirty="0"/>
              <a:t>представляющий трехмерный контекст. Этот контекст доступен только в браузерах, которые реализуют </a:t>
            </a:r>
            <a:r>
              <a:rPr lang="en-US" dirty="0" err="1"/>
              <a:t>WebGL</a:t>
            </a:r>
            <a:r>
              <a:rPr lang="en-US" dirty="0"/>
              <a:t> </a:t>
            </a:r>
            <a:r>
              <a:rPr lang="ru-RU" dirty="0"/>
              <a:t>первой версии (</a:t>
            </a:r>
            <a:r>
              <a:rPr lang="en-US" dirty="0"/>
              <a:t>OpenGL ES 2.0).</a:t>
            </a:r>
          </a:p>
          <a:p>
            <a:r>
              <a:rPr lang="en-US" dirty="0"/>
              <a:t>"webgl2" (</a:t>
            </a:r>
            <a:r>
              <a:rPr lang="ru-RU" dirty="0"/>
              <a:t>или "</a:t>
            </a:r>
            <a:r>
              <a:rPr lang="en-US" dirty="0"/>
              <a:t>experimental-webgl2"), </a:t>
            </a:r>
            <a:r>
              <a:rPr lang="ru-RU" dirty="0"/>
              <a:t>который будет создавать объект </a:t>
            </a:r>
            <a:r>
              <a:rPr lang="en-US" dirty="0"/>
              <a:t>WebGL2RenderingContext, </a:t>
            </a:r>
            <a:r>
              <a:rPr lang="ru-RU" dirty="0"/>
              <a:t>представляющий трехмерный контекст. Этот контекст доступен только в браузерах, которые реализуют </a:t>
            </a:r>
            <a:r>
              <a:rPr lang="en-US" dirty="0" err="1"/>
              <a:t>WebGL</a:t>
            </a:r>
            <a:r>
              <a:rPr lang="en-US" dirty="0"/>
              <a:t> </a:t>
            </a:r>
            <a:r>
              <a:rPr lang="ru-RU" dirty="0"/>
              <a:t>второй версии (</a:t>
            </a:r>
            <a:r>
              <a:rPr lang="en-US" dirty="0"/>
              <a:t>OpenGL ES 3.0). </a:t>
            </a:r>
          </a:p>
          <a:p>
            <a:r>
              <a:rPr lang="en-US" dirty="0"/>
              <a:t>"</a:t>
            </a:r>
            <a:r>
              <a:rPr lang="en-US" dirty="0" err="1"/>
              <a:t>bitmaprenderer</a:t>
            </a:r>
            <a:r>
              <a:rPr lang="en-US" dirty="0"/>
              <a:t>", </a:t>
            </a:r>
            <a:r>
              <a:rPr lang="ru-RU" dirty="0"/>
              <a:t>который позволит создать </a:t>
            </a:r>
            <a:r>
              <a:rPr lang="en-US" dirty="0" err="1"/>
              <a:t>ImageBitmapRenderingContext</a:t>
            </a:r>
            <a:r>
              <a:rPr lang="en-US" dirty="0"/>
              <a:t>, </a:t>
            </a:r>
            <a:r>
              <a:rPr lang="ru-RU" dirty="0"/>
              <a:t>обеспечивающий только функции для замены содержимого холста с заданным </a:t>
            </a:r>
            <a:r>
              <a:rPr lang="en-US" dirty="0" err="1"/>
              <a:t>ImageBitmap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763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Все методы у контекста, а не у </a:t>
            </a:r>
            <a:r>
              <a:rPr lang="en-US" dirty="0" smtClean="0"/>
              <a:t>Canvas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strokeRect</a:t>
            </a:r>
            <a:r>
              <a:rPr lang="ru-RU" dirty="0"/>
              <a:t>(x, y, ширина, высота) </a:t>
            </a:r>
            <a:r>
              <a:rPr lang="ru-RU" i="1" dirty="0"/>
              <a:t>// Рисует прямоугольник</a:t>
            </a:r>
            <a:r>
              <a:rPr lang="ru-RU" dirty="0"/>
              <a:t> </a:t>
            </a:r>
            <a:endParaRPr lang="ru-RU" dirty="0" smtClean="0"/>
          </a:p>
          <a:p>
            <a:r>
              <a:rPr lang="ru-RU" dirty="0" err="1" smtClean="0"/>
              <a:t>fillRect</a:t>
            </a:r>
            <a:r>
              <a:rPr lang="ru-RU" dirty="0" smtClean="0"/>
              <a:t>(x</a:t>
            </a:r>
            <a:r>
              <a:rPr lang="ru-RU" dirty="0"/>
              <a:t>, y, ширина, высота) </a:t>
            </a:r>
            <a:r>
              <a:rPr lang="ru-RU" i="1" dirty="0"/>
              <a:t>// Рисует закрашенный прямоугольник</a:t>
            </a:r>
            <a:r>
              <a:rPr lang="ru-RU" dirty="0"/>
              <a:t> </a:t>
            </a:r>
            <a:endParaRPr lang="ru-RU" dirty="0" smtClean="0"/>
          </a:p>
          <a:p>
            <a:r>
              <a:rPr lang="ru-RU" dirty="0" err="1" smtClean="0"/>
              <a:t>clearRect</a:t>
            </a:r>
            <a:r>
              <a:rPr lang="ru-RU" dirty="0" smtClean="0"/>
              <a:t>(x</a:t>
            </a:r>
            <a:r>
              <a:rPr lang="ru-RU" dirty="0"/>
              <a:t>, y, ширина, высота) </a:t>
            </a:r>
            <a:r>
              <a:rPr lang="ru-RU" i="1" dirty="0"/>
              <a:t>// Очищает область на холсте размер с прямоугольник заданного размера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27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 smtClean="0"/>
              <a:t>Рисование линий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beginPath</a:t>
            </a:r>
            <a:r>
              <a:rPr lang="en-US" dirty="0"/>
              <a:t>() </a:t>
            </a:r>
            <a:endParaRPr lang="ru-RU" dirty="0" smtClean="0"/>
          </a:p>
          <a:p>
            <a:r>
              <a:rPr lang="en-US" dirty="0" err="1" smtClean="0"/>
              <a:t>closePath</a:t>
            </a:r>
            <a:r>
              <a:rPr lang="en-US" dirty="0"/>
              <a:t>() </a:t>
            </a:r>
            <a:endParaRPr lang="ru-RU" dirty="0" smtClean="0"/>
          </a:p>
          <a:p>
            <a:r>
              <a:rPr lang="en-US" dirty="0" smtClean="0"/>
              <a:t>stroke</a:t>
            </a:r>
            <a:r>
              <a:rPr lang="en-US" dirty="0"/>
              <a:t>() </a:t>
            </a:r>
            <a:endParaRPr lang="ru-RU" dirty="0" smtClean="0"/>
          </a:p>
          <a:p>
            <a:r>
              <a:rPr lang="en-US" dirty="0" smtClean="0"/>
              <a:t>fill()</a:t>
            </a:r>
            <a:endParaRPr lang="ru-RU" dirty="0" smtClean="0"/>
          </a:p>
          <a:p>
            <a:r>
              <a:rPr lang="ru-RU" dirty="0" err="1"/>
              <a:t>moveTo</a:t>
            </a:r>
            <a:r>
              <a:rPr lang="ru-RU" dirty="0"/>
              <a:t>(x, y) </a:t>
            </a:r>
            <a:endParaRPr lang="ru-RU" i="1" dirty="0" smtClean="0"/>
          </a:p>
          <a:p>
            <a:r>
              <a:rPr lang="ru-RU" dirty="0" err="1" smtClean="0"/>
              <a:t>lineTo</a:t>
            </a:r>
            <a:r>
              <a:rPr lang="ru-RU" dirty="0" smtClean="0"/>
              <a:t>(x</a:t>
            </a:r>
            <a:r>
              <a:rPr lang="ru-RU" dirty="0"/>
              <a:t>, y) </a:t>
            </a:r>
            <a:endParaRPr lang="ru-RU" dirty="0" smtClean="0"/>
          </a:p>
          <a:p>
            <a:r>
              <a:rPr lang="ru-RU" dirty="0" err="1" smtClean="0"/>
              <a:t>arc</a:t>
            </a:r>
            <a:r>
              <a:rPr lang="ru-RU" dirty="0" smtClean="0"/>
              <a:t>(x</a:t>
            </a:r>
            <a:r>
              <a:rPr lang="ru-RU" dirty="0"/>
              <a:t>, y, </a:t>
            </a:r>
            <a:r>
              <a:rPr lang="ru-RU" dirty="0" err="1"/>
              <a:t>radius</a:t>
            </a:r>
            <a:r>
              <a:rPr lang="ru-RU" dirty="0"/>
              <a:t>, </a:t>
            </a:r>
            <a:r>
              <a:rPr lang="ru-RU" dirty="0" err="1"/>
              <a:t>startAngle</a:t>
            </a:r>
            <a:r>
              <a:rPr lang="ru-RU" dirty="0"/>
              <a:t>, </a:t>
            </a:r>
            <a:r>
              <a:rPr lang="ru-RU" dirty="0" err="1"/>
              <a:t>endAngle</a:t>
            </a:r>
            <a:r>
              <a:rPr lang="ru-RU" dirty="0"/>
              <a:t>, </a:t>
            </a:r>
            <a:r>
              <a:rPr lang="ru-RU" dirty="0" err="1"/>
              <a:t>anticlockwise</a:t>
            </a:r>
            <a:r>
              <a:rPr lang="ru-RU" dirty="0" smtClean="0"/>
              <a:t>)</a:t>
            </a:r>
          </a:p>
          <a:p>
            <a:r>
              <a:rPr lang="en-US" dirty="0"/>
              <a:t>ctx.arc(80, 100, 56, 3/4 * </a:t>
            </a:r>
            <a:r>
              <a:rPr lang="en-US" dirty="0" err="1"/>
              <a:t>Math.PI</a:t>
            </a:r>
            <a:r>
              <a:rPr lang="en-US" dirty="0"/>
              <a:t>, 1/4 * </a:t>
            </a:r>
            <a:r>
              <a:rPr lang="en-US" dirty="0" err="1"/>
              <a:t>Math.PI</a:t>
            </a:r>
            <a:r>
              <a:rPr lang="en-US" dirty="0"/>
              <a:t>, true);</a:t>
            </a:r>
            <a:r>
              <a:rPr lang="ru-RU" dirty="0" smtClean="0"/>
              <a:t> </a:t>
            </a:r>
            <a:endParaRPr lang="ru-RU" dirty="0"/>
          </a:p>
          <a:p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1650101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 smtClean="0"/>
              <a:t>Кривые безье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1678" y="2286001"/>
            <a:ext cx="10178322" cy="4396153"/>
          </a:xfrm>
        </p:spPr>
        <p:txBody>
          <a:bodyPr/>
          <a:lstStyle/>
          <a:p>
            <a:r>
              <a:rPr lang="es-ES" dirty="0"/>
              <a:t>quadraticCurveTo(Px, Py, x, y) </a:t>
            </a:r>
            <a:endParaRPr lang="es-ES" dirty="0" smtClean="0"/>
          </a:p>
          <a:p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endParaRPr lang="es-ES" dirty="0" smtClean="0"/>
          </a:p>
          <a:p>
            <a:r>
              <a:rPr lang="es-ES" dirty="0" smtClean="0"/>
              <a:t>bezierCurveTo(P1x, </a:t>
            </a:r>
            <a:r>
              <a:rPr lang="es-ES" dirty="0"/>
              <a:t>P1y, P2x, P2y, x, y)</a:t>
            </a: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1571" y="2286001"/>
            <a:ext cx="1419225" cy="17811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571" y="4393589"/>
            <a:ext cx="1419225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126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 smtClean="0"/>
              <a:t>Цвет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fillStyle</a:t>
            </a:r>
            <a:r>
              <a:rPr lang="en-US" dirty="0"/>
              <a:t> = color </a:t>
            </a:r>
            <a:endParaRPr lang="en-US" dirty="0" smtClean="0"/>
          </a:p>
          <a:p>
            <a:r>
              <a:rPr lang="en-US" dirty="0" err="1" smtClean="0"/>
              <a:t>strokeStyle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color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err="1"/>
              <a:t>ctx.fillStyle</a:t>
            </a:r>
            <a:r>
              <a:rPr lang="en-US" dirty="0"/>
              <a:t> = "orange"; </a:t>
            </a:r>
            <a:endParaRPr lang="en-US" dirty="0" smtClean="0"/>
          </a:p>
          <a:p>
            <a:r>
              <a:rPr lang="en-US" dirty="0" err="1" smtClean="0"/>
              <a:t>ctx.fillStyle</a:t>
            </a:r>
            <a:r>
              <a:rPr lang="en-US" dirty="0" smtClean="0"/>
              <a:t> </a:t>
            </a:r>
            <a:r>
              <a:rPr lang="en-US" dirty="0"/>
              <a:t>= "#FFA500"; </a:t>
            </a:r>
            <a:endParaRPr lang="en-US" dirty="0" smtClean="0"/>
          </a:p>
          <a:p>
            <a:r>
              <a:rPr lang="en-US" dirty="0" err="1" smtClean="0"/>
              <a:t>ctx.fillStyle</a:t>
            </a:r>
            <a:r>
              <a:rPr lang="en-US" dirty="0" smtClean="0"/>
              <a:t> </a:t>
            </a:r>
            <a:r>
              <a:rPr lang="en-US" dirty="0"/>
              <a:t>= "</a:t>
            </a:r>
            <a:r>
              <a:rPr lang="en-US" dirty="0" err="1"/>
              <a:t>rgb</a:t>
            </a:r>
            <a:r>
              <a:rPr lang="en-US" dirty="0"/>
              <a:t>(255,165,0)"; </a:t>
            </a:r>
            <a:endParaRPr lang="en-US" dirty="0" smtClean="0"/>
          </a:p>
          <a:p>
            <a:r>
              <a:rPr lang="en-US" dirty="0" err="1" smtClean="0"/>
              <a:t>ctx.fillStyle</a:t>
            </a:r>
            <a:r>
              <a:rPr lang="en-US" dirty="0" smtClean="0"/>
              <a:t> </a:t>
            </a:r>
            <a:r>
              <a:rPr lang="en-US" dirty="0"/>
              <a:t>= "</a:t>
            </a:r>
            <a:r>
              <a:rPr lang="en-US" dirty="0" err="1"/>
              <a:t>rgba</a:t>
            </a:r>
            <a:r>
              <a:rPr lang="en-US" dirty="0"/>
              <a:t>(255,165,0,1)"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26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 smtClean="0"/>
              <a:t>Текст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fillText</a:t>
            </a:r>
            <a:r>
              <a:rPr lang="ru-RU" dirty="0"/>
              <a:t>(</a:t>
            </a:r>
            <a:r>
              <a:rPr lang="ru-RU" dirty="0" err="1"/>
              <a:t>text</a:t>
            </a:r>
            <a:r>
              <a:rPr lang="ru-RU" dirty="0"/>
              <a:t>, x, y [, </a:t>
            </a:r>
            <a:r>
              <a:rPr lang="ru-RU" dirty="0" err="1"/>
              <a:t>maxWidth</a:t>
            </a:r>
            <a:r>
              <a:rPr lang="ru-RU" dirty="0"/>
              <a:t>])</a:t>
            </a:r>
          </a:p>
          <a:p>
            <a:r>
              <a:rPr lang="ru-RU" dirty="0"/>
              <a:t>Вставляет заданный текст в положении (</a:t>
            </a:r>
            <a:r>
              <a:rPr lang="ru-RU" dirty="0" err="1"/>
              <a:t>x,y</a:t>
            </a:r>
            <a:r>
              <a:rPr lang="ru-RU" dirty="0"/>
              <a:t>). Опционально может быть указана максимальная ширина.</a:t>
            </a:r>
          </a:p>
          <a:p>
            <a:r>
              <a:rPr lang="ru-RU" dirty="0" err="1"/>
              <a:t>strokeText</a:t>
            </a:r>
            <a:r>
              <a:rPr lang="ru-RU" dirty="0"/>
              <a:t>(</a:t>
            </a:r>
            <a:r>
              <a:rPr lang="ru-RU" dirty="0" err="1"/>
              <a:t>text</a:t>
            </a:r>
            <a:r>
              <a:rPr lang="ru-RU" dirty="0"/>
              <a:t>, x, y [, </a:t>
            </a:r>
            <a:r>
              <a:rPr lang="ru-RU" dirty="0" err="1"/>
              <a:t>maxWidth</a:t>
            </a:r>
            <a:r>
              <a:rPr lang="ru-RU" dirty="0"/>
              <a:t>])</a:t>
            </a:r>
          </a:p>
          <a:p>
            <a:r>
              <a:rPr lang="ru-RU" dirty="0"/>
              <a:t>Вставляет контур заданного текста в положении (</a:t>
            </a:r>
            <a:r>
              <a:rPr lang="ru-RU" dirty="0" err="1"/>
              <a:t>x,y</a:t>
            </a:r>
            <a:r>
              <a:rPr lang="ru-RU" dirty="0"/>
              <a:t>). Опционально может быть указана максимальная ширина.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06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ctx.font</a:t>
            </a:r>
            <a:r>
              <a:rPr lang="en-US" dirty="0" smtClean="0"/>
              <a:t> </a:t>
            </a:r>
            <a:r>
              <a:rPr lang="en-US" dirty="0"/>
              <a:t>= value</a:t>
            </a:r>
          </a:p>
          <a:p>
            <a:r>
              <a:rPr lang="ru-RU" dirty="0" smtClean="0"/>
              <a:t>Строка </a:t>
            </a:r>
            <a:r>
              <a:rPr lang="ru-RU" dirty="0"/>
              <a:t>имеет такой же синтаксис как </a:t>
            </a:r>
            <a:r>
              <a:rPr lang="en-US" dirty="0"/>
              <a:t>CSS-</a:t>
            </a:r>
            <a:r>
              <a:rPr lang="ru-RU" dirty="0"/>
              <a:t>свойство </a:t>
            </a:r>
            <a:r>
              <a:rPr lang="en-US" dirty="0"/>
              <a:t>font. </a:t>
            </a:r>
            <a:r>
              <a:rPr lang="ru-RU" dirty="0"/>
              <a:t>По умолчанию равно 10</a:t>
            </a:r>
            <a:r>
              <a:rPr lang="en-US" dirty="0" err="1"/>
              <a:t>px</a:t>
            </a:r>
            <a:r>
              <a:rPr lang="en-US" dirty="0"/>
              <a:t> sans-serif.</a:t>
            </a:r>
          </a:p>
          <a:p>
            <a:r>
              <a:rPr lang="en-US" dirty="0" err="1"/>
              <a:t>textAlign</a:t>
            </a:r>
            <a:r>
              <a:rPr lang="en-US" dirty="0"/>
              <a:t> = value</a:t>
            </a:r>
          </a:p>
          <a:p>
            <a:r>
              <a:rPr lang="ru-RU" dirty="0"/>
              <a:t>Настройка выравнивания текста. Возможные значения: </a:t>
            </a:r>
            <a:r>
              <a:rPr lang="en-US" dirty="0"/>
              <a:t>start, end, left, right or center. </a:t>
            </a:r>
            <a:r>
              <a:rPr lang="ru-RU" dirty="0"/>
              <a:t>По умолчанию равно </a:t>
            </a:r>
            <a:r>
              <a:rPr lang="en-US" dirty="0"/>
              <a:t>start.</a:t>
            </a:r>
          </a:p>
          <a:p>
            <a:r>
              <a:rPr lang="en-US" dirty="0" err="1"/>
              <a:t>textBaseline</a:t>
            </a:r>
            <a:r>
              <a:rPr lang="en-US" dirty="0"/>
              <a:t> = value</a:t>
            </a:r>
          </a:p>
          <a:p>
            <a:r>
              <a:rPr lang="ru-RU" dirty="0"/>
              <a:t>Настройка выравнивания текста по вертикали. Возможные значения: </a:t>
            </a:r>
            <a:r>
              <a:rPr lang="en-US" dirty="0"/>
              <a:t>top, hanging, middle, alphabetic, ideographic, bottom. </a:t>
            </a:r>
            <a:r>
              <a:rPr lang="ru-RU" dirty="0"/>
              <a:t>По умолчанию равно </a:t>
            </a:r>
            <a:r>
              <a:rPr lang="en-US" dirty="0"/>
              <a:t>alphabetic.</a:t>
            </a:r>
          </a:p>
          <a:p>
            <a:r>
              <a:rPr lang="en-US" dirty="0"/>
              <a:t>direction = value</a:t>
            </a:r>
          </a:p>
          <a:p>
            <a:r>
              <a:rPr lang="ru-RU" dirty="0"/>
              <a:t>Направление текста. Возможные значения: </a:t>
            </a:r>
            <a:r>
              <a:rPr lang="en-US" dirty="0" err="1"/>
              <a:t>ltr</a:t>
            </a:r>
            <a:r>
              <a:rPr lang="en-US" dirty="0"/>
              <a:t>, </a:t>
            </a:r>
            <a:r>
              <a:rPr lang="en-US" dirty="0" err="1"/>
              <a:t>rtl</a:t>
            </a:r>
            <a:r>
              <a:rPr lang="en-US" dirty="0"/>
              <a:t>, inherit. </a:t>
            </a:r>
            <a:r>
              <a:rPr lang="ru-RU" dirty="0"/>
              <a:t>По умолчанию равно </a:t>
            </a:r>
            <a:r>
              <a:rPr lang="en-US" dirty="0"/>
              <a:t>inherit.</a:t>
            </a:r>
          </a:p>
        </p:txBody>
      </p:sp>
    </p:spTree>
    <p:extLst>
      <p:ext uri="{BB962C8B-B14F-4D97-AF65-F5344CB8AC3E}">
        <p14:creationId xmlns:p14="http://schemas.microsoft.com/office/powerpoint/2010/main" val="1481719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Изображения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1678" y="1573823"/>
            <a:ext cx="10178322" cy="472146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 smtClean="0"/>
              <a:t>Изображение, имеющееся на странице</a:t>
            </a:r>
          </a:p>
          <a:p>
            <a:r>
              <a:rPr lang="ru-RU" dirty="0" smtClean="0"/>
              <a:t> </a:t>
            </a:r>
            <a:r>
              <a:rPr lang="ru-RU" dirty="0" err="1"/>
              <a:t>document.images</a:t>
            </a:r>
            <a:r>
              <a:rPr lang="ru-RU" dirty="0"/>
              <a:t> коллекция</a:t>
            </a:r>
          </a:p>
          <a:p>
            <a:r>
              <a:rPr lang="ru-RU" dirty="0" err="1" smtClean="0"/>
              <a:t>document.getElementsByTagName</a:t>
            </a:r>
            <a:r>
              <a:rPr lang="ru-RU" dirty="0" smtClean="0"/>
              <a:t>()</a:t>
            </a:r>
            <a:endParaRPr lang="ru-RU" dirty="0"/>
          </a:p>
          <a:p>
            <a:r>
              <a:rPr lang="ru-RU" dirty="0" err="1" smtClean="0"/>
              <a:t>document.getElementById</a:t>
            </a:r>
            <a:r>
              <a:rPr lang="ru-RU" dirty="0" smtClean="0"/>
              <a:t> ()</a:t>
            </a:r>
          </a:p>
          <a:p>
            <a:pPr marL="0" indent="0" algn="ctr">
              <a:buNone/>
            </a:pPr>
            <a:r>
              <a:rPr lang="ru-RU" dirty="0" smtClean="0"/>
              <a:t>Новое изображение</a:t>
            </a:r>
          </a:p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img</a:t>
            </a:r>
            <a:r>
              <a:rPr lang="en-US" dirty="0"/>
              <a:t> = new Image();   // </a:t>
            </a:r>
            <a:r>
              <a:rPr lang="ru-RU" dirty="0"/>
              <a:t>Создает новый элемент изображения</a:t>
            </a:r>
          </a:p>
          <a:p>
            <a:pPr marL="0" indent="0">
              <a:buNone/>
            </a:pPr>
            <a:r>
              <a:rPr lang="en-US" dirty="0" err="1"/>
              <a:t>img.src</a:t>
            </a:r>
            <a:r>
              <a:rPr lang="en-US" dirty="0"/>
              <a:t> = 'myImage.png'; // </a:t>
            </a:r>
            <a:r>
              <a:rPr lang="ru-RU" dirty="0"/>
              <a:t>Устанавливает </a:t>
            </a:r>
            <a:r>
              <a:rPr lang="ru-RU" dirty="0" smtClean="0"/>
              <a:t>путь</a:t>
            </a:r>
          </a:p>
          <a:p>
            <a:pPr marL="0" indent="0" algn="ctr">
              <a:buNone/>
            </a:pPr>
            <a:r>
              <a:rPr lang="ru-RU" dirty="0" smtClean="0"/>
              <a:t>Рисование изображения</a:t>
            </a:r>
          </a:p>
          <a:p>
            <a:pPr marL="0" indent="0">
              <a:buNone/>
            </a:pPr>
            <a:r>
              <a:rPr lang="en-US" dirty="0" err="1" smtClean="0"/>
              <a:t>ctx.drawImage</a:t>
            </a:r>
            <a:r>
              <a:rPr lang="en-US" dirty="0" smtClean="0"/>
              <a:t>(image</a:t>
            </a:r>
            <a:r>
              <a:rPr lang="en-US" dirty="0"/>
              <a:t>, x, y)</a:t>
            </a:r>
          </a:p>
        </p:txBody>
      </p:sp>
    </p:spTree>
    <p:extLst>
      <p:ext uri="{BB962C8B-B14F-4D97-AF65-F5344CB8AC3E}">
        <p14:creationId xmlns:p14="http://schemas.microsoft.com/office/powerpoint/2010/main" val="4273720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drawImage</a:t>
            </a:r>
            <a:r>
              <a:rPr lang="ru-RU" dirty="0"/>
              <a:t>(</a:t>
            </a:r>
            <a:r>
              <a:rPr lang="ru-RU" dirty="0" err="1"/>
              <a:t>image</a:t>
            </a:r>
            <a:r>
              <a:rPr lang="ru-RU" dirty="0"/>
              <a:t>, x, y, </a:t>
            </a:r>
            <a:r>
              <a:rPr lang="ru-RU" dirty="0" err="1"/>
              <a:t>width</a:t>
            </a:r>
            <a:r>
              <a:rPr lang="ru-RU" dirty="0"/>
              <a:t>, </a:t>
            </a:r>
            <a:r>
              <a:rPr lang="ru-RU" dirty="0" err="1"/>
              <a:t>height</a:t>
            </a:r>
            <a:r>
              <a:rPr lang="ru-RU" dirty="0"/>
              <a:t>)</a:t>
            </a:r>
          </a:p>
          <a:p>
            <a:r>
              <a:rPr lang="ru-RU" dirty="0"/>
              <a:t>Это добавляет параметр ширины и высоты, которые указывают до какого размера нужно изменить изображение при рисовании его в  </a:t>
            </a:r>
            <a:r>
              <a:rPr lang="ru-RU" dirty="0" err="1"/>
              <a:t>canvas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 err="1"/>
              <a:t>drawImage</a:t>
            </a:r>
            <a:r>
              <a:rPr lang="ru-RU" dirty="0"/>
              <a:t>(</a:t>
            </a:r>
            <a:r>
              <a:rPr lang="ru-RU" dirty="0" err="1"/>
              <a:t>image</a:t>
            </a:r>
            <a:r>
              <a:rPr lang="ru-RU" dirty="0"/>
              <a:t>, </a:t>
            </a:r>
            <a:r>
              <a:rPr lang="ru-RU" dirty="0" err="1"/>
              <a:t>sx</a:t>
            </a:r>
            <a:r>
              <a:rPr lang="ru-RU" dirty="0"/>
              <a:t>, </a:t>
            </a:r>
            <a:r>
              <a:rPr lang="ru-RU" dirty="0" err="1"/>
              <a:t>sy</a:t>
            </a:r>
            <a:r>
              <a:rPr lang="ru-RU" dirty="0"/>
              <a:t>, </a:t>
            </a:r>
            <a:r>
              <a:rPr lang="ru-RU" dirty="0" err="1"/>
              <a:t>sWidth</a:t>
            </a:r>
            <a:r>
              <a:rPr lang="ru-RU" dirty="0"/>
              <a:t>, </a:t>
            </a:r>
            <a:r>
              <a:rPr lang="ru-RU" dirty="0" err="1"/>
              <a:t>sHeight</a:t>
            </a:r>
            <a:r>
              <a:rPr lang="ru-RU" dirty="0"/>
              <a:t>, </a:t>
            </a:r>
            <a:r>
              <a:rPr lang="ru-RU" dirty="0" err="1"/>
              <a:t>dx</a:t>
            </a:r>
            <a:r>
              <a:rPr lang="ru-RU" dirty="0"/>
              <a:t>, </a:t>
            </a:r>
            <a:r>
              <a:rPr lang="ru-RU" dirty="0" err="1"/>
              <a:t>dy</a:t>
            </a:r>
            <a:r>
              <a:rPr lang="ru-RU" dirty="0"/>
              <a:t>, </a:t>
            </a:r>
            <a:r>
              <a:rPr lang="ru-RU" dirty="0" err="1"/>
              <a:t>dWidth</a:t>
            </a:r>
            <a:r>
              <a:rPr lang="ru-RU" dirty="0"/>
              <a:t>, </a:t>
            </a:r>
            <a:r>
              <a:rPr lang="ru-RU" dirty="0" err="1"/>
              <a:t>dHeight</a:t>
            </a:r>
            <a:r>
              <a:rPr lang="ru-RU" dirty="0"/>
              <a:t>)</a:t>
            </a:r>
          </a:p>
          <a:p>
            <a:r>
              <a:rPr lang="ru-RU" dirty="0"/>
              <a:t>В данном изображении, эта функция берет фрагмент из изображения, в виде прямоугольника, левый верхний угол которого -  (</a:t>
            </a:r>
            <a:r>
              <a:rPr lang="ru-RU" dirty="0" err="1"/>
              <a:t>sx</a:t>
            </a:r>
            <a:r>
              <a:rPr lang="ru-RU" dirty="0"/>
              <a:t>, </a:t>
            </a:r>
            <a:r>
              <a:rPr lang="ru-RU" dirty="0" err="1"/>
              <a:t>sy</a:t>
            </a:r>
            <a:r>
              <a:rPr lang="ru-RU" dirty="0"/>
              <a:t>), ширина и высота -  </a:t>
            </a:r>
            <a:r>
              <a:rPr lang="ru-RU" dirty="0" err="1"/>
              <a:t>sWidth</a:t>
            </a:r>
            <a:r>
              <a:rPr lang="ru-RU" dirty="0"/>
              <a:t> и </a:t>
            </a:r>
            <a:r>
              <a:rPr lang="ru-RU" dirty="0" err="1"/>
              <a:t>sHeight</a:t>
            </a:r>
            <a:r>
              <a:rPr lang="ru-RU" dirty="0"/>
              <a:t> и рисует  в  </a:t>
            </a:r>
            <a:r>
              <a:rPr lang="ru-RU" dirty="0" err="1"/>
              <a:t>canvas</a:t>
            </a:r>
            <a:r>
              <a:rPr lang="ru-RU" dirty="0"/>
              <a:t>, располагая его в точке  (</a:t>
            </a:r>
            <a:r>
              <a:rPr lang="ru-RU" dirty="0" err="1"/>
              <a:t>dx</a:t>
            </a:r>
            <a:r>
              <a:rPr lang="ru-RU" dirty="0"/>
              <a:t>, </a:t>
            </a:r>
            <a:r>
              <a:rPr lang="ru-RU" dirty="0" err="1"/>
              <a:t>dy</a:t>
            </a:r>
            <a:r>
              <a:rPr lang="ru-RU" dirty="0"/>
              <a:t>) и изменяя его размер на указанные величины в  </a:t>
            </a:r>
            <a:r>
              <a:rPr lang="ru-RU" dirty="0" err="1"/>
              <a:t>dWidth</a:t>
            </a:r>
            <a:r>
              <a:rPr lang="ru-RU" dirty="0"/>
              <a:t> и </a:t>
            </a:r>
            <a:r>
              <a:rPr lang="ru-RU" dirty="0" err="1"/>
              <a:t>dHeight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966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Создание градиента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Методы создают объект градиента, который можно будет использовать для заливки</a:t>
            </a:r>
            <a:endParaRPr lang="en-US" dirty="0" smtClean="0"/>
          </a:p>
          <a:p>
            <a:r>
              <a:rPr lang="en-US" i="1" dirty="0" err="1" smtClean="0"/>
              <a:t>context</a:t>
            </a:r>
            <a:r>
              <a:rPr lang="en-US" dirty="0" err="1" smtClean="0"/>
              <a:t>.createLinearGradient</a:t>
            </a:r>
            <a:r>
              <a:rPr lang="en-US" dirty="0" smtClean="0"/>
              <a:t>(</a:t>
            </a:r>
            <a:r>
              <a:rPr lang="en-US" i="1" dirty="0" smtClean="0"/>
              <a:t>x0,y0,x1,y1</a:t>
            </a:r>
            <a:r>
              <a:rPr lang="en-US" dirty="0" smtClean="0"/>
              <a:t>);</a:t>
            </a:r>
          </a:p>
          <a:p>
            <a:r>
              <a:rPr lang="ru-RU" dirty="0" smtClean="0"/>
              <a:t>Линейный градиент с точками начала и конца.</a:t>
            </a:r>
            <a:endParaRPr lang="en-US" dirty="0" smtClean="0"/>
          </a:p>
          <a:p>
            <a:endParaRPr lang="en-US" dirty="0"/>
          </a:p>
          <a:p>
            <a:r>
              <a:rPr lang="en-US" i="1" dirty="0" err="1"/>
              <a:t>context</a:t>
            </a:r>
            <a:r>
              <a:rPr lang="en-US" dirty="0" err="1"/>
              <a:t>.createRadialGradient</a:t>
            </a:r>
            <a:r>
              <a:rPr lang="en-US" dirty="0"/>
              <a:t>(</a:t>
            </a:r>
            <a:r>
              <a:rPr lang="en-US" i="1" dirty="0"/>
              <a:t>x0,y0,r0,x1,y1,r1</a:t>
            </a:r>
            <a:r>
              <a:rPr lang="en-US" dirty="0" smtClean="0"/>
              <a:t>);</a:t>
            </a:r>
          </a:p>
          <a:p>
            <a:r>
              <a:rPr lang="ru-RU" dirty="0" smtClean="0"/>
              <a:t>Круговой градиент с точками центра  и радиусом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392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addColorStop</a:t>
            </a:r>
            <a:r>
              <a:rPr lang="en-US" dirty="0" smtClean="0"/>
              <a:t>(stop, color)</a:t>
            </a:r>
          </a:p>
          <a:p>
            <a:r>
              <a:rPr lang="ru-RU" dirty="0" smtClean="0"/>
              <a:t>Создаёт точки градиента.</a:t>
            </a:r>
          </a:p>
          <a:p>
            <a:r>
              <a:rPr lang="en-US" dirty="0" smtClean="0"/>
              <a:t>stop – </a:t>
            </a:r>
            <a:r>
              <a:rPr lang="ru-RU" dirty="0" smtClean="0"/>
              <a:t>принимает значения от 0 до 1</a:t>
            </a:r>
          </a:p>
          <a:p>
            <a:endParaRPr lang="ru-RU" dirty="0"/>
          </a:p>
          <a:p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grd</a:t>
            </a:r>
            <a:r>
              <a:rPr lang="en-US" dirty="0"/>
              <a:t>=</a:t>
            </a:r>
            <a:r>
              <a:rPr lang="en-US" dirty="0" err="1"/>
              <a:t>ctx.createLinearGradient</a:t>
            </a:r>
            <a:r>
              <a:rPr lang="en-US" dirty="0"/>
              <a:t>(0,0,170,0);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grd.addColorStop</a:t>
            </a:r>
            <a:r>
              <a:rPr lang="en-US" dirty="0"/>
              <a:t>(0,"black");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grd.addColorStop</a:t>
            </a:r>
            <a:r>
              <a:rPr lang="en-US" dirty="0"/>
              <a:t>(1,"white</a:t>
            </a:r>
            <a:r>
              <a:rPr lang="en-US" dirty="0" smtClean="0"/>
              <a:t>");</a:t>
            </a:r>
            <a:endParaRPr lang="ru-RU" dirty="0" smtClean="0"/>
          </a:p>
          <a:p>
            <a:endParaRPr lang="ru-RU" dirty="0"/>
          </a:p>
          <a:p>
            <a:r>
              <a:rPr lang="en-US" dirty="0" err="1"/>
              <a:t>ctx.fillStyle</a:t>
            </a:r>
            <a:r>
              <a:rPr lang="en-US" dirty="0"/>
              <a:t>=</a:t>
            </a:r>
            <a:r>
              <a:rPr lang="en-US" dirty="0" err="1"/>
              <a:t>grd</a:t>
            </a:r>
            <a:r>
              <a:rPr lang="en-US" dirty="0"/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ctx.fillRect</a:t>
            </a:r>
            <a:r>
              <a:rPr lang="en-US" dirty="0"/>
              <a:t>(20,20,150,100);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647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 smtClean="0"/>
              <a:t>Тени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ctx.shadowBlur</a:t>
            </a:r>
            <a:r>
              <a:rPr lang="en-US" dirty="0"/>
              <a:t>=10;</a:t>
            </a:r>
          </a:p>
          <a:p>
            <a:r>
              <a:rPr lang="en-US" dirty="0" err="1"/>
              <a:t>ctx.shadowOffsetX</a:t>
            </a:r>
            <a:r>
              <a:rPr lang="en-US" dirty="0"/>
              <a:t>=20;</a:t>
            </a:r>
          </a:p>
          <a:p>
            <a:r>
              <a:rPr lang="en-US" dirty="0" err="1"/>
              <a:t>ctx.shadowOffsetY</a:t>
            </a:r>
            <a:r>
              <a:rPr lang="en-US" dirty="0"/>
              <a:t>=20;</a:t>
            </a:r>
          </a:p>
          <a:p>
            <a:r>
              <a:rPr lang="en-US" dirty="0" err="1"/>
              <a:t>ctx.shadowColor</a:t>
            </a:r>
            <a:r>
              <a:rPr lang="en-US" dirty="0"/>
              <a:t>="black";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70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Трансформация объектов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context.rotate</a:t>
            </a:r>
            <a:r>
              <a:rPr lang="en-US" dirty="0" smtClean="0"/>
              <a:t>(angle);</a:t>
            </a:r>
            <a:endParaRPr lang="ru-RU" dirty="0" smtClean="0"/>
          </a:p>
          <a:p>
            <a:r>
              <a:rPr lang="en-US" dirty="0" err="1" smtClean="0"/>
              <a:t>context.scale</a:t>
            </a:r>
            <a:r>
              <a:rPr lang="en-US" dirty="0" smtClean="0"/>
              <a:t>(</a:t>
            </a:r>
            <a:r>
              <a:rPr lang="en-US" dirty="0" err="1" smtClean="0"/>
              <a:t>scalewidth,scaleheight</a:t>
            </a:r>
            <a:r>
              <a:rPr lang="en-US" dirty="0" smtClean="0"/>
              <a:t>);</a:t>
            </a:r>
            <a:r>
              <a:rPr lang="ru-RU" dirty="0" smtClean="0"/>
              <a:t> // значения в числах (1 = 100%, 2 = 200%)</a:t>
            </a:r>
          </a:p>
          <a:p>
            <a:r>
              <a:rPr lang="en-US" dirty="0" err="1" smtClean="0"/>
              <a:t>context.setTransform</a:t>
            </a:r>
            <a:r>
              <a:rPr lang="en-US" dirty="0" smtClean="0"/>
              <a:t>(</a:t>
            </a:r>
            <a:r>
              <a:rPr lang="en-US" dirty="0" err="1" smtClean="0"/>
              <a:t>a,b,c,d,e,f</a:t>
            </a:r>
            <a:r>
              <a:rPr lang="en-US" dirty="0" smtClean="0"/>
              <a:t>);</a:t>
            </a:r>
            <a:endParaRPr lang="ru-RU" dirty="0" smtClean="0"/>
          </a:p>
          <a:p>
            <a:r>
              <a:rPr lang="ru-RU" dirty="0"/>
              <a:t>a	Горизонтальный масштаб</a:t>
            </a:r>
          </a:p>
          <a:p>
            <a:r>
              <a:rPr lang="ru-RU" dirty="0"/>
              <a:t>b	Горизонтальное скручивание</a:t>
            </a:r>
          </a:p>
          <a:p>
            <a:r>
              <a:rPr lang="ru-RU" dirty="0"/>
              <a:t>c	Вертикальное скручивание</a:t>
            </a:r>
          </a:p>
          <a:p>
            <a:r>
              <a:rPr lang="ru-RU" dirty="0"/>
              <a:t>d	Вертикальный масштаб</a:t>
            </a:r>
          </a:p>
          <a:p>
            <a:r>
              <a:rPr lang="ru-RU" dirty="0"/>
              <a:t>e	Горизонтальный сдвиг</a:t>
            </a:r>
          </a:p>
          <a:p>
            <a:r>
              <a:rPr lang="ru-RU" dirty="0"/>
              <a:t>f	Вертикальный сдвиг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600673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TM10001106[[fn=Эмблема]]</Template>
  <TotalTime>207</TotalTime>
  <Words>690</Words>
  <Application>Microsoft Office PowerPoint</Application>
  <PresentationFormat>Широкоэкранный</PresentationFormat>
  <Paragraphs>105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Calibri</vt:lpstr>
      <vt:lpstr>Corbel</vt:lpstr>
      <vt:lpstr>Gill Sans MT</vt:lpstr>
      <vt:lpstr>Impact</vt:lpstr>
      <vt:lpstr>Badge</vt:lpstr>
      <vt:lpstr>Canvas</vt:lpstr>
      <vt:lpstr> </vt:lpstr>
      <vt:lpstr>Презентация PowerPoint</vt:lpstr>
      <vt:lpstr>Презентация PowerPoint</vt:lpstr>
      <vt:lpstr>Все методы у контекста, а не у Canvas</vt:lpstr>
      <vt:lpstr>Рисование линий</vt:lpstr>
      <vt:lpstr>Кривые безье</vt:lpstr>
      <vt:lpstr>Цвет</vt:lpstr>
      <vt:lpstr>Текст</vt:lpstr>
      <vt:lpstr>Презентация PowerPoint</vt:lpstr>
      <vt:lpstr>Изображения</vt:lpstr>
      <vt:lpstr>Презентация PowerPoint</vt:lpstr>
      <vt:lpstr>Создание градиента</vt:lpstr>
      <vt:lpstr>Презентация PowerPoint</vt:lpstr>
      <vt:lpstr>Тени</vt:lpstr>
      <vt:lpstr>Трансформация объектов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 и BOM</dc:title>
  <dc:creator>Ruslan</dc:creator>
  <cp:lastModifiedBy>Ruslan</cp:lastModifiedBy>
  <cp:revision>25</cp:revision>
  <dcterms:created xsi:type="dcterms:W3CDTF">2018-08-09T07:18:14Z</dcterms:created>
  <dcterms:modified xsi:type="dcterms:W3CDTF">2018-08-14T07:52:53Z</dcterms:modified>
</cp:coreProperties>
</file>